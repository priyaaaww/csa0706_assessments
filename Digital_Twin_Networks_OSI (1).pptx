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9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5120" y="0"/>
            <a:ext cx="55138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0"/>
            <a:ext cx="4572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645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NETWORKS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OSI MODEL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566160"/>
            <a:ext cx="109728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4114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HARIPRIYA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192412448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Digital Twin Network?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217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virtual copy of a real network — like a mirror that updates in real time.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sensors and data to reflect what's actually happening on the physical network.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engineers test changes safely before applying them to the real system.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predict failures, plan upgrades, and troubleshoot without downtime.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0" y="16459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Recap: The OSI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7-layer framework that explains how data travels across networks.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Data Link — cables, signals, and MAC addresses.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Transport — IP routing and reliable delivery (TCP/UDP).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Presentation &amp; Application — user-facing services like web and email.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its own job, making networks easier to design and debug.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554480"/>
            <a:ext cx="4389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Digital Twins Map to OSI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twin — models cables, ports, and signal quality.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 &amp; network twin — simulates switches, routers, and traffic flow.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twin — checks bandwidth, latency, and packet loss in real time.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twin — mirrors user services to test performance before rollout.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give a full-stack view of the entire network's health.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554480"/>
            <a:ext cx="4389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Real-World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400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outages — spot problems in the twin before users feel them.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upgrades — test 5G, IoT, and cloud rollouts risk-free.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— monitor traffic, power grids, and sensors from one dashboard.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operators — plan capacity and optimize routing intelligently.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future: self-healing networks that fix themselves using AI + digital twins.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554480"/>
            <a:ext cx="43891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0" y="6355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9E4EF5-F1D9-FF55-CAE8-7DDF227C033C}"/>
              </a:ext>
            </a:extLst>
          </p:cNvPr>
          <p:cNvSpPr txBox="1"/>
          <p:nvPr/>
        </p:nvSpPr>
        <p:spPr>
          <a:xfrm>
            <a:off x="1875453" y="2644170"/>
            <a:ext cx="88920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26780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306</Words>
  <Application>Microsoft Office PowerPoint</Application>
  <PresentationFormat>Widescreen</PresentationFormat>
  <Paragraphs>35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 S</cp:lastModifiedBy>
  <cp:revision>2</cp:revision>
  <dcterms:created xsi:type="dcterms:W3CDTF">2026-07-16T05:13:09Z</dcterms:created>
  <dcterms:modified xsi:type="dcterms:W3CDTF">2026-07-16T05:12:59Z</dcterms:modified>
</cp:coreProperties>
</file>